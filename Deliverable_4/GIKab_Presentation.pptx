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7" r:id="rId5"/>
    <p:sldId id="261" r:id="rId6"/>
    <p:sldId id="288" r:id="rId7"/>
    <p:sldId id="28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12/7/2025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07296"/>
            <a:ext cx="7781544" cy="859055"/>
          </a:xfrm>
        </p:spPr>
        <p:txBody>
          <a:bodyPr/>
          <a:lstStyle/>
          <a:p>
            <a:r>
              <a:rPr lang="en-US" dirty="0" err="1"/>
              <a:t>GIKab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79"/>
            <a:ext cx="6803136" cy="1560195"/>
          </a:xfrm>
        </p:spPr>
        <p:txBody>
          <a:bodyPr>
            <a:normAutofit/>
          </a:bodyPr>
          <a:lstStyle/>
          <a:p>
            <a:r>
              <a:rPr lang="en-US" dirty="0"/>
              <a:t>Ali Akbar – 2024615</a:t>
            </a:r>
          </a:p>
          <a:p>
            <a:r>
              <a:rPr lang="en-US" dirty="0"/>
              <a:t>Omer Imran Siddiqui – 2024523</a:t>
            </a:r>
          </a:p>
          <a:p>
            <a:r>
              <a:rPr lang="en-US" dirty="0"/>
              <a:t>Muhammad Danish - 2024372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and User Management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1610139"/>
            <a:ext cx="11214100" cy="457952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   Data Structure:</a:t>
            </a:r>
            <a:endParaRPr lang="en-US" dirty="0"/>
          </a:p>
          <a:p>
            <a:r>
              <a:rPr lang="en-US" dirty="0"/>
              <a:t>User* users[MAX_USERS] → Array of pointers to User objects</a:t>
            </a:r>
          </a:p>
          <a:p>
            <a:r>
              <a:rPr lang="en-US" b="1" dirty="0"/>
              <a:t>linearSearch(id)</a:t>
            </a:r>
            <a:r>
              <a:rPr lang="en-US" dirty="0"/>
              <a:t> → Search users sequentially</a:t>
            </a:r>
          </a:p>
          <a:p>
            <a:r>
              <a:rPr lang="en-US" b="1" dirty="0" err="1"/>
              <a:t>insertionSort</a:t>
            </a:r>
            <a:r>
              <a:rPr lang="en-US" b="1" dirty="0"/>
              <a:t>()</a:t>
            </a:r>
            <a:r>
              <a:rPr lang="en-US" dirty="0"/>
              <a:t> → Sort users by ID for efficient search</a:t>
            </a:r>
          </a:p>
          <a:p>
            <a:r>
              <a:rPr lang="en-US" b="1" dirty="0" err="1"/>
              <a:t>binarySearch</a:t>
            </a:r>
            <a:r>
              <a:rPr lang="en-US" b="1" dirty="0"/>
              <a:t>(id)</a:t>
            </a:r>
            <a:r>
              <a:rPr lang="en-US" dirty="0"/>
              <a:t> → Search sorted array efficiently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Functions &amp; Their Purpose:</a:t>
            </a:r>
            <a:endParaRPr lang="en-US" dirty="0"/>
          </a:p>
          <a:p>
            <a:r>
              <a:rPr lang="en-US" b="1" dirty="0"/>
              <a:t>addUser(name, </a:t>
            </a:r>
            <a:r>
              <a:rPr lang="en-US" b="1" dirty="0" err="1"/>
              <a:t>isDriver</a:t>
            </a:r>
            <a:r>
              <a:rPr lang="en-US" b="1" dirty="0"/>
              <a:t>)</a:t>
            </a:r>
            <a:r>
              <a:rPr lang="en-US" dirty="0"/>
              <a:t> → Add a new user to the array</a:t>
            </a:r>
          </a:p>
          <a:p>
            <a:r>
              <a:rPr lang="en-US" b="1" dirty="0" err="1"/>
              <a:t>viewUsers</a:t>
            </a:r>
            <a:r>
              <a:rPr lang="en-US" b="1" dirty="0"/>
              <a:t>()</a:t>
            </a:r>
            <a:r>
              <a:rPr lang="en-US" dirty="0"/>
              <a:t> → Traverse the array to display all users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5C065-6234-54CA-4EDF-DD7879D54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05D49E-D2F5-A004-E1C6-3DEADC2E7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Lists for Ride History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FAD065-782F-5B27-9BA0-DFD07AF2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CAB5C53-740E-B22C-7D15-ABAB5248A6E6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1610139"/>
            <a:ext cx="11214100" cy="4579524"/>
          </a:xfrm>
        </p:spPr>
        <p:txBody>
          <a:bodyPr/>
          <a:lstStyle/>
          <a:p>
            <a:r>
              <a:rPr lang="en-US" dirty="0"/>
              <a:t>Data Structure: </a:t>
            </a:r>
          </a:p>
          <a:p>
            <a:r>
              <a:rPr lang="en-US" dirty="0"/>
              <a:t>Doubly Linked List (Ride* head, Ride* tail)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Purpose:</a:t>
            </a:r>
          </a:p>
          <a:p>
            <a:r>
              <a:rPr lang="en-US" dirty="0"/>
              <a:t>Stores rides for each rider</a:t>
            </a:r>
          </a:p>
          <a:p>
            <a:r>
              <a:rPr lang="en-US" dirty="0"/>
              <a:t>Maintains chronological order (forward/backward traversal)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Advanced Uses:</a:t>
            </a:r>
          </a:p>
          <a:p>
            <a:r>
              <a:rPr lang="en-US" dirty="0"/>
              <a:t>Circular traversal demo</a:t>
            </a:r>
          </a:p>
          <a:p>
            <a:r>
              <a:rPr lang="en-US" dirty="0"/>
              <a:t>Merge Sort to sort rides by fare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3950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85051-2E8D-5396-7915-27C9CEF98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DA0DE9-A529-5428-EBAC-B85A73CB1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Sort, Queue and Binary Search Tree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85D44C-2BBD-CE78-20EF-A28E276E3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3B7973-9DAB-87BE-6D77-C2BA21ABA0A1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1212574"/>
            <a:ext cx="11214100" cy="532737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    Queue (Ride Requests):</a:t>
            </a:r>
            <a:endParaRPr lang="en-US" dirty="0"/>
          </a:p>
          <a:p>
            <a:r>
              <a:rPr lang="en-US" dirty="0" err="1"/>
              <a:t>enqueueRideRequest</a:t>
            </a:r>
            <a:r>
              <a:rPr lang="en-US" dirty="0"/>
              <a:t>() → Add ride request (FIFO)</a:t>
            </a:r>
          </a:p>
          <a:p>
            <a:r>
              <a:rPr lang="en-US" dirty="0"/>
              <a:t>dequeueRideRequest() → Assign and remove first request</a:t>
            </a:r>
          </a:p>
          <a:p>
            <a:r>
              <a:rPr lang="en-US" dirty="0"/>
              <a:t>showPendingRequests() → Display queue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    BST (Driver Ratings):</a:t>
            </a:r>
            <a:endParaRPr lang="en-US" dirty="0"/>
          </a:p>
          <a:p>
            <a:r>
              <a:rPr lang="en-US" dirty="0"/>
              <a:t>insertDriverNode() → Insert driver by rating</a:t>
            </a:r>
          </a:p>
          <a:p>
            <a:r>
              <a:rPr lang="en-US" dirty="0" err="1"/>
              <a:t>inorderDriverTraversal</a:t>
            </a:r>
            <a:r>
              <a:rPr lang="en-US" dirty="0"/>
              <a:t>() → Display sorted ratings</a:t>
            </a:r>
          </a:p>
          <a:p>
            <a:r>
              <a:rPr lang="en-US" dirty="0" err="1"/>
              <a:t>showDriversByRating</a:t>
            </a:r>
            <a:r>
              <a:rPr lang="en-US" dirty="0"/>
              <a:t>() → View drivers by rating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    Merge Sort (Rides by Fare):</a:t>
            </a:r>
            <a:endParaRPr lang="en-US" dirty="0"/>
          </a:p>
          <a:p>
            <a:r>
              <a:rPr lang="en-US" dirty="0"/>
              <a:t>mergeSortRides(), splitRideList(), mergeRideLists() → Sort rides efficiently</a:t>
            </a:r>
          </a:p>
          <a:p>
            <a:r>
              <a:rPr lang="en-US" dirty="0" err="1"/>
              <a:t>showRidesSortedByFare</a:t>
            </a:r>
            <a:r>
              <a:rPr lang="en-US" dirty="0"/>
              <a:t>() → Display sorted rides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    Purpose:</a:t>
            </a:r>
            <a:endParaRPr lang="en-US" dirty="0"/>
          </a:p>
          <a:p>
            <a:r>
              <a:rPr lang="en-US" dirty="0"/>
              <a:t>Queue → Fair ride assignment</a:t>
            </a:r>
          </a:p>
          <a:p>
            <a:r>
              <a:rPr lang="en-US" dirty="0"/>
              <a:t>BST → Fast ordered access to drivers</a:t>
            </a:r>
          </a:p>
          <a:p>
            <a:r>
              <a:rPr lang="en-US" dirty="0"/>
              <a:t>Merge Sort → Efficient O(n log n) sorting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00619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19</TotalTime>
  <Words>260</Words>
  <Application>Microsoft Office PowerPoint</Application>
  <PresentationFormat>Widescreen</PresentationFormat>
  <Paragraphs>50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Trade Gothic LT Pro</vt:lpstr>
      <vt:lpstr>Trebuchet MS</vt:lpstr>
      <vt:lpstr>Office Theme</vt:lpstr>
      <vt:lpstr>GIKab</vt:lpstr>
      <vt:lpstr>Arrays and User Management</vt:lpstr>
      <vt:lpstr>Linked Lists for Ride History</vt:lpstr>
      <vt:lpstr>Merge Sort, Queue and Binary Search Tree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u2024615</dc:creator>
  <cp:lastModifiedBy>u2024615</cp:lastModifiedBy>
  <cp:revision>2</cp:revision>
  <dcterms:created xsi:type="dcterms:W3CDTF">2025-12-07T17:51:33Z</dcterms:created>
  <dcterms:modified xsi:type="dcterms:W3CDTF">2025-12-07T18:10:44Z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